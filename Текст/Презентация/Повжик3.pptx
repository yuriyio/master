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6"/>
  </p:notesMasterIdLst>
  <p:sldIdLst>
    <p:sldId id="295" r:id="rId2"/>
    <p:sldId id="299" r:id="rId3"/>
    <p:sldId id="317" r:id="rId4"/>
    <p:sldId id="303" r:id="rId5"/>
    <p:sldId id="287" r:id="rId6"/>
    <p:sldId id="298" r:id="rId7"/>
    <p:sldId id="306" r:id="rId8"/>
    <p:sldId id="307" r:id="rId9"/>
    <p:sldId id="312" r:id="rId10"/>
    <p:sldId id="313" r:id="rId11"/>
    <p:sldId id="318" r:id="rId12"/>
    <p:sldId id="315" r:id="rId13"/>
    <p:sldId id="316" r:id="rId14"/>
    <p:sldId id="308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16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6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7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4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14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37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99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37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84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21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3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декомпозиции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графа — это задача разделения вершин графа на k непересекающихся кластеров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задачах систем линейных алгебраических уравнений для уменьшения времени решения необходимо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распределять вычислительную нагрузку по процессам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39" y="1762509"/>
            <a:ext cx="3744416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6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декомпозиции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суммарного веса узлов/рёбер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суммарного веса разрезанных ребер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связности доменов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соседних доменов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00" y="1700808"/>
            <a:ext cx="3760403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2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Последовательные библиотеки декомпозиции графов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METIS, Jostle, Scotch, Chaco, Party,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Параллельные библиотеки декомпозиции графов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Jostle, PT-Scotch, Zoltan, Zoltan2,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216" y="1700808"/>
            <a:ext cx="378191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5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разбиения графов с использованием библиотек имеющих интерфейс на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C++/MPI.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библиотеки разбиения графов для анализа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параллельный ввод и распределённое хранение графов в формате CSR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унифицированный интерфейс для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 методов библиотек разбиения графов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вычисления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оценки качества разбиения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на графах разной структуры и размерности.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программный комплекс для автоматизированного тестирования библиотек в среде MPI и генерации детальных отчётов.</a:t>
            </a: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</a:t>
            </a:r>
            <a:r>
              <a:rPr lang="en-US" dirty="0" smtClean="0"/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5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Выбранные библиотеки декомпозиции графов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сравнительного анализа были выбраны библиотеки, поддерживающие параллельное распределенное разбиение на базе интерфейса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C++/MPI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активно применяемые в индустрии высокопроизводительных вычислений.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таковых были взяты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PT-Scotch,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Zoltan2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r>
              <a:rPr lang="en-US" dirty="0" smtClean="0"/>
              <a:t>/</a:t>
            </a:r>
            <a:r>
              <a:rPr lang="en-US" dirty="0" smtClean="0"/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24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Суммарное число разрезанных ребер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граничных вершин — количество вершин в каждом разделе, имеющих хотя бы одного соседа в другом разделе.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— количество кластеров, с которыми соединен исходный.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340768"/>
            <a:ext cx="3896347" cy="1654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739" y="3140968"/>
            <a:ext cx="3896347" cy="155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83" y="4869160"/>
            <a:ext cx="3699657" cy="143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вершин — отклонение количества вершин в кластере от среднего значения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ребер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связности — количество изолированных фрагментов внутри одного раздела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 с учетом подготовки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32" y="1600150"/>
            <a:ext cx="4158066" cy="190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349" y="4077072"/>
            <a:ext cx="4043432" cy="182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73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Тестовая матрица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44 609*44 609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ненулевых элементов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r>
              <a:rPr lang="en-US" dirty="0" smtClean="0"/>
              <a:t>/</a:t>
            </a:r>
            <a:r>
              <a:rPr lang="en-US" dirty="0" smtClean="0"/>
              <a:t>14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165" y="1468120"/>
            <a:ext cx="481965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93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разрезанных ребер и граничных вершин лидирует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силу специфики алгоритма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худшие результаты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10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18" y="1353983"/>
            <a:ext cx="4859450" cy="2439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616" y="3933056"/>
            <a:ext cx="4859450" cy="243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95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соседних кластеров лучший результат показывает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связности лучшие результаты показывают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Zoltan.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11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31" y="1315114"/>
            <a:ext cx="4925013" cy="248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31" y="3861047"/>
            <a:ext cx="4975284" cy="252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745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дисбалансу вершин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лидирует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силу специфики алгоритма. Следом идут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Zoltan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дисбалансу ребер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12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496" y="3933056"/>
            <a:ext cx="4738092" cy="2405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21" y="1268760"/>
            <a:ext cx="4803241" cy="241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Самым долгим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алгоритмом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времени выполнения оказался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PT-Scotch.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данных не занимает много времени в виду небольшого размера графа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13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459" y="1268760"/>
            <a:ext cx="4810150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197" y="3933056"/>
            <a:ext cx="4721412" cy="240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9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r>
              <a:rPr lang="en-US" dirty="0" smtClean="0"/>
              <a:t>/</a:t>
            </a:r>
            <a:r>
              <a:rPr lang="en-US" dirty="0" smtClean="0"/>
              <a:t>14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числу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разрезанных ребер и граничных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 лидирует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Близкие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продемонстрировали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Scotch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среднему числу соседних кластеров и компонент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связности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балансировке вершин и ребер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Zoltan2. Следом идут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высокую скорость работы показал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7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1694</TotalTime>
  <Words>510</Words>
  <Application>Microsoft Office PowerPoint</Application>
  <PresentationFormat>Экран (4:3)</PresentationFormat>
  <Paragraphs>98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Презентация PowerPoint</vt:lpstr>
      <vt:lpstr>Задача декомпозиции графов</vt:lpstr>
      <vt:lpstr>Критерии декомпозиции</vt:lpstr>
      <vt:lpstr>Существующие решения </vt:lpstr>
      <vt:lpstr>Постановка задачи</vt:lpstr>
      <vt:lpstr>Выбранные библиотеки декомпозиции графов</vt:lpstr>
      <vt:lpstr>Метрики оценки качества</vt:lpstr>
      <vt:lpstr>Метрики оценки качества</vt:lpstr>
      <vt:lpstr>Тестовая матрица</vt:lpstr>
      <vt:lpstr>Полученные значения метрик</vt:lpstr>
      <vt:lpstr>Полученные значения метрик</vt:lpstr>
      <vt:lpstr>Полученные значения метрик</vt:lpstr>
      <vt:lpstr>Полученные значения метрик</vt:lpstr>
      <vt:lpstr>Результаты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124</cp:revision>
  <dcterms:created xsi:type="dcterms:W3CDTF">2025-12-07T18:11:15Z</dcterms:created>
  <dcterms:modified xsi:type="dcterms:W3CDTF">2026-05-21T12:11:36Z</dcterms:modified>
</cp:coreProperties>
</file>