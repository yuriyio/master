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95" r:id="rId2"/>
    <p:sldId id="298" r:id="rId3"/>
    <p:sldId id="300" r:id="rId4"/>
    <p:sldId id="299" r:id="rId5"/>
    <p:sldId id="303" r:id="rId6"/>
    <p:sldId id="305" r:id="rId7"/>
    <p:sldId id="306" r:id="rId8"/>
    <p:sldId id="307" r:id="rId9"/>
    <p:sldId id="308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88" autoAdjust="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48E5-5C80-4FE9-AAD7-62F4B4A7789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AF90C-B8CE-4128-8027-920B6E05D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019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02D1-8E83-4FD4-BB01-79BD0A8F6AB9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7E6-D432-474A-99FA-3F1F144DCE56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CBF1-D137-43A7-8248-FC41F9FCA7D3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D0E2-9266-4F5B-8712-9C40A7B33815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E68-9A9E-41FA-A766-D424906509E0}" type="datetime1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A0ACD-AF0C-4225-98F5-843381AEFD21}" type="datetime1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724C-D428-455B-A8FE-DE4E1B538F0F}" type="datetime1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C401-72A7-4619-9627-39A11F3A572F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1527-DCC5-4874-97E0-42C57D0917FB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046E-8E18-4941-B41C-4C355F81EA6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C9E0-4B7D-4D09-9DE1-AB72584E504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E1DE8-352A-4ED5-AF20-18A70F68A9B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1415016" y="548680"/>
            <a:ext cx="614033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0">
                <a:latin typeface="Times New Roman"/>
              </a:defRPr>
            </a:pPr>
            <a:r>
              <a:rPr dirty="0" err="1"/>
              <a:t>Московский</a:t>
            </a:r>
            <a:r>
              <a:rPr dirty="0"/>
              <a:t> </a:t>
            </a:r>
            <a:r>
              <a:rPr dirty="0" err="1"/>
              <a:t>государственный</a:t>
            </a:r>
            <a:r>
              <a:rPr dirty="0"/>
              <a:t> </a:t>
            </a:r>
            <a:r>
              <a:rPr dirty="0" err="1"/>
              <a:t>университет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М.В. </a:t>
            </a:r>
            <a:r>
              <a:rPr dirty="0" err="1"/>
              <a:t>Ломоносова</a:t>
            </a:r>
            <a:r>
              <a:rPr dirty="0"/>
              <a:t/>
            </a:r>
            <a:br>
              <a:rPr dirty="0"/>
            </a:br>
            <a:r>
              <a:rPr dirty="0" err="1"/>
              <a:t>Факультет</a:t>
            </a:r>
            <a:r>
              <a:rPr dirty="0"/>
              <a:t> </a:t>
            </a:r>
            <a:r>
              <a:rPr dirty="0" err="1"/>
              <a:t>вычислительной</a:t>
            </a:r>
            <a:r>
              <a:rPr dirty="0"/>
              <a:t> </a:t>
            </a:r>
            <a:r>
              <a:rPr dirty="0" err="1"/>
              <a:t>математики</a:t>
            </a:r>
            <a:r>
              <a:rPr dirty="0"/>
              <a:t> и </a:t>
            </a:r>
            <a:r>
              <a:rPr dirty="0" err="1"/>
              <a:t>кибернетики</a:t>
            </a:r>
            <a:r>
              <a:rPr dirty="0"/>
              <a:t/>
            </a:r>
            <a:br>
              <a:rPr dirty="0"/>
            </a:br>
            <a:r>
              <a:rPr lang="ru-RU" dirty="0" smtClean="0"/>
              <a:t>Кафедра </a:t>
            </a:r>
            <a:r>
              <a:rPr lang="ru-RU" dirty="0"/>
              <a:t>суперкомпьютеров и квантовой информатики</a:t>
            </a:r>
            <a:endParaRPr dirty="0"/>
          </a:p>
        </p:txBody>
      </p:sp>
      <p:sp>
        <p:nvSpPr>
          <p:cNvPr id="8" name="TextBox 2"/>
          <p:cNvSpPr txBox="1"/>
          <p:nvPr/>
        </p:nvSpPr>
        <p:spPr>
          <a:xfrm>
            <a:off x="2872882" y="2090132"/>
            <a:ext cx="32246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0">
                <a:latin typeface="Times New Roman"/>
              </a:defRPr>
            </a:pPr>
            <a:r>
              <a:rPr lang="ru-RU" smtClean="0"/>
              <a:t>Повжик Юрий Максимович</a:t>
            </a:r>
            <a:endParaRPr/>
          </a:p>
        </p:txBody>
      </p:sp>
      <p:sp>
        <p:nvSpPr>
          <p:cNvPr id="9" name="TextBox 3"/>
          <p:cNvSpPr txBox="1"/>
          <p:nvPr/>
        </p:nvSpPr>
        <p:spPr>
          <a:xfrm>
            <a:off x="-20323" y="2996952"/>
            <a:ext cx="901105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200" b="0">
                <a:latin typeface="Times New Roman"/>
              </a:defRPr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библиотечных реализаций алгоритмов </a:t>
            </a:r>
            <a:b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декомпозиции графов</a:t>
            </a:r>
            <a:endParaRPr dirty="0"/>
          </a:p>
        </p:txBody>
      </p:sp>
      <p:sp>
        <p:nvSpPr>
          <p:cNvPr id="10" name="TextBox 4"/>
          <p:cNvSpPr txBox="1"/>
          <p:nvPr/>
        </p:nvSpPr>
        <p:spPr>
          <a:xfrm>
            <a:off x="5560608" y="4869160"/>
            <a:ext cx="317304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800" b="0">
                <a:latin typeface="Times New Roman"/>
              </a:defRPr>
            </a:pPr>
            <a:r>
              <a:rPr dirty="0" err="1"/>
              <a:t>Научный</a:t>
            </a:r>
            <a:r>
              <a:rPr dirty="0"/>
              <a:t> </a:t>
            </a:r>
            <a:r>
              <a:rPr dirty="0" err="1"/>
              <a:t>руководитель</a:t>
            </a:r>
            <a:r>
              <a:rPr dirty="0"/>
              <a:t>:</a:t>
            </a:r>
            <a:br>
              <a:rPr dirty="0"/>
            </a:br>
            <a:r>
              <a:rPr dirty="0"/>
              <a:t>к.ф.-</a:t>
            </a:r>
            <a:r>
              <a:rPr dirty="0" err="1"/>
              <a:t>м.н</a:t>
            </a:r>
            <a:r>
              <a:rPr dirty="0"/>
              <a:t>.,</a:t>
            </a:r>
            <a:br>
              <a:rPr dirty="0"/>
            </a:br>
            <a:r>
              <a:rPr lang="ru-RU" dirty="0" smtClean="0"/>
              <a:t>Жуков Константин Андреевич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830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разрезанные ребра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19" name="Овал 18"/>
          <p:cNvSpPr/>
          <p:nvPr/>
        </p:nvSpPr>
        <p:spPr>
          <a:xfrm>
            <a:off x="4788024" y="2348880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5821332" y="3827978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4788024" y="335699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4788024" y="4238936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>
            <a:stCxn id="22" idx="6"/>
            <a:endCxn id="20" idx="4"/>
          </p:cNvCxnSpPr>
          <p:nvPr/>
        </p:nvCxnSpPr>
        <p:spPr>
          <a:xfrm flipV="1">
            <a:off x="5364088" y="4404042"/>
            <a:ext cx="745276" cy="12292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19" idx="4"/>
            <a:endCxn id="21" idx="0"/>
          </p:cNvCxnSpPr>
          <p:nvPr/>
        </p:nvCxnSpPr>
        <p:spPr>
          <a:xfrm>
            <a:off x="5076056" y="2924944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21" idx="4"/>
            <a:endCxn id="22" idx="0"/>
          </p:cNvCxnSpPr>
          <p:nvPr/>
        </p:nvCxnSpPr>
        <p:spPr>
          <a:xfrm>
            <a:off x="5076056" y="3933056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21" idx="6"/>
            <a:endCxn id="20" idx="0"/>
          </p:cNvCxnSpPr>
          <p:nvPr/>
        </p:nvCxnSpPr>
        <p:spPr>
          <a:xfrm>
            <a:off x="5364088" y="3645024"/>
            <a:ext cx="745276" cy="1829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Овал 26"/>
          <p:cNvSpPr/>
          <p:nvPr/>
        </p:nvSpPr>
        <p:spPr>
          <a:xfrm>
            <a:off x="7958645" y="2348880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7958645" y="3389013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7958645" y="4238936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единительная линия 29"/>
          <p:cNvCxnSpPr>
            <a:stCxn id="29" idx="2"/>
            <a:endCxn id="20" idx="6"/>
          </p:cNvCxnSpPr>
          <p:nvPr/>
        </p:nvCxnSpPr>
        <p:spPr>
          <a:xfrm flipH="1" flipV="1">
            <a:off x="6397396" y="4116010"/>
            <a:ext cx="1561249" cy="4109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27" idx="4"/>
            <a:endCxn id="28" idx="0"/>
          </p:cNvCxnSpPr>
          <p:nvPr/>
        </p:nvCxnSpPr>
        <p:spPr>
          <a:xfrm>
            <a:off x="8246677" y="2924944"/>
            <a:ext cx="0" cy="4640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28" idx="4"/>
            <a:endCxn id="29" idx="0"/>
          </p:cNvCxnSpPr>
          <p:nvPr/>
        </p:nvCxnSpPr>
        <p:spPr>
          <a:xfrm>
            <a:off x="8246677" y="3965077"/>
            <a:ext cx="0" cy="2738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6661366" y="1840362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Овал 33"/>
          <p:cNvSpPr/>
          <p:nvPr/>
        </p:nvSpPr>
        <p:spPr>
          <a:xfrm>
            <a:off x="393267" y="2360365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625515" y="3825459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/>
          <p:cNvSpPr/>
          <p:nvPr/>
        </p:nvSpPr>
        <p:spPr>
          <a:xfrm>
            <a:off x="393267" y="3368477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393267" y="4250421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Прямая соединительная линия 44"/>
          <p:cNvCxnSpPr>
            <a:stCxn id="41" idx="6"/>
            <a:endCxn id="35" idx="4"/>
          </p:cNvCxnSpPr>
          <p:nvPr/>
        </p:nvCxnSpPr>
        <p:spPr>
          <a:xfrm flipV="1">
            <a:off x="969331" y="4401523"/>
            <a:ext cx="1944216" cy="1369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>
            <a:stCxn id="34" idx="4"/>
            <a:endCxn id="40" idx="0"/>
          </p:cNvCxnSpPr>
          <p:nvPr/>
        </p:nvCxnSpPr>
        <p:spPr>
          <a:xfrm>
            <a:off x="681299" y="2936429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40" idx="4"/>
            <a:endCxn id="41" idx="0"/>
          </p:cNvCxnSpPr>
          <p:nvPr/>
        </p:nvCxnSpPr>
        <p:spPr>
          <a:xfrm>
            <a:off x="681299" y="3944541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>
            <a:stCxn id="40" idx="6"/>
            <a:endCxn id="35" idx="0"/>
          </p:cNvCxnSpPr>
          <p:nvPr/>
        </p:nvCxnSpPr>
        <p:spPr>
          <a:xfrm>
            <a:off x="969331" y="3656509"/>
            <a:ext cx="1944216" cy="1689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/>
          <p:cNvSpPr/>
          <p:nvPr/>
        </p:nvSpPr>
        <p:spPr>
          <a:xfrm>
            <a:off x="3563888" y="2360365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/>
          <p:cNvSpPr/>
          <p:nvPr/>
        </p:nvSpPr>
        <p:spPr>
          <a:xfrm>
            <a:off x="3563888" y="3400498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/>
          <p:cNvSpPr/>
          <p:nvPr/>
        </p:nvSpPr>
        <p:spPr>
          <a:xfrm>
            <a:off x="3563888" y="4250421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2" name="Прямая соединительная линия 51"/>
          <p:cNvCxnSpPr>
            <a:stCxn id="51" idx="2"/>
            <a:endCxn id="35" idx="6"/>
          </p:cNvCxnSpPr>
          <p:nvPr/>
        </p:nvCxnSpPr>
        <p:spPr>
          <a:xfrm flipH="1" flipV="1">
            <a:off x="3201579" y="4113491"/>
            <a:ext cx="362309" cy="4249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49" idx="4"/>
            <a:endCxn id="50" idx="0"/>
          </p:cNvCxnSpPr>
          <p:nvPr/>
        </p:nvCxnSpPr>
        <p:spPr>
          <a:xfrm>
            <a:off x="3851920" y="2936429"/>
            <a:ext cx="0" cy="4640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>
            <a:stCxn id="50" idx="4"/>
            <a:endCxn id="51" idx="0"/>
          </p:cNvCxnSpPr>
          <p:nvPr/>
        </p:nvCxnSpPr>
        <p:spPr>
          <a:xfrm>
            <a:off x="3851920" y="3976562"/>
            <a:ext cx="0" cy="2738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>
            <a:off x="2266609" y="1851847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60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разрезанные ребра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19" name="Овал 18"/>
          <p:cNvSpPr/>
          <p:nvPr/>
        </p:nvSpPr>
        <p:spPr>
          <a:xfrm>
            <a:off x="4788024" y="2348880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5821332" y="3827978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4788024" y="335699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4788024" y="4238936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>
            <a:stCxn id="22" idx="6"/>
            <a:endCxn id="20" idx="4"/>
          </p:cNvCxnSpPr>
          <p:nvPr/>
        </p:nvCxnSpPr>
        <p:spPr>
          <a:xfrm flipV="1">
            <a:off x="5364088" y="4404042"/>
            <a:ext cx="745276" cy="12292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19" idx="4"/>
            <a:endCxn id="21" idx="0"/>
          </p:cNvCxnSpPr>
          <p:nvPr/>
        </p:nvCxnSpPr>
        <p:spPr>
          <a:xfrm>
            <a:off x="5076056" y="2924944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21" idx="4"/>
            <a:endCxn id="22" idx="0"/>
          </p:cNvCxnSpPr>
          <p:nvPr/>
        </p:nvCxnSpPr>
        <p:spPr>
          <a:xfrm>
            <a:off x="5076056" y="3933056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21" idx="6"/>
            <a:endCxn id="20" idx="0"/>
          </p:cNvCxnSpPr>
          <p:nvPr/>
        </p:nvCxnSpPr>
        <p:spPr>
          <a:xfrm>
            <a:off x="5364088" y="3645024"/>
            <a:ext cx="745276" cy="1829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Овал 26"/>
          <p:cNvSpPr/>
          <p:nvPr/>
        </p:nvSpPr>
        <p:spPr>
          <a:xfrm>
            <a:off x="7958645" y="2348880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7958645" y="3389013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7958645" y="4238936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единительная линия 29"/>
          <p:cNvCxnSpPr>
            <a:stCxn id="29" idx="2"/>
            <a:endCxn id="20" idx="6"/>
          </p:cNvCxnSpPr>
          <p:nvPr/>
        </p:nvCxnSpPr>
        <p:spPr>
          <a:xfrm flipH="1" flipV="1">
            <a:off x="6397396" y="4116010"/>
            <a:ext cx="1561249" cy="4109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27" idx="4"/>
            <a:endCxn id="28" idx="0"/>
          </p:cNvCxnSpPr>
          <p:nvPr/>
        </p:nvCxnSpPr>
        <p:spPr>
          <a:xfrm>
            <a:off x="8246677" y="2924944"/>
            <a:ext cx="0" cy="4640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28" idx="4"/>
            <a:endCxn id="29" idx="0"/>
          </p:cNvCxnSpPr>
          <p:nvPr/>
        </p:nvCxnSpPr>
        <p:spPr>
          <a:xfrm>
            <a:off x="8246677" y="3965077"/>
            <a:ext cx="0" cy="2738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6661366" y="1840362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Овал 33"/>
          <p:cNvSpPr/>
          <p:nvPr/>
        </p:nvSpPr>
        <p:spPr>
          <a:xfrm>
            <a:off x="393267" y="2360365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625515" y="3825459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/>
          <p:cNvSpPr/>
          <p:nvPr/>
        </p:nvSpPr>
        <p:spPr>
          <a:xfrm>
            <a:off x="393267" y="3368477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393267" y="4250421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Прямая соединительная линия 44"/>
          <p:cNvCxnSpPr>
            <a:stCxn id="41" idx="6"/>
            <a:endCxn id="35" idx="4"/>
          </p:cNvCxnSpPr>
          <p:nvPr/>
        </p:nvCxnSpPr>
        <p:spPr>
          <a:xfrm flipV="1">
            <a:off x="969331" y="4401523"/>
            <a:ext cx="1944216" cy="1369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>
            <a:stCxn id="34" idx="4"/>
            <a:endCxn id="40" idx="0"/>
          </p:cNvCxnSpPr>
          <p:nvPr/>
        </p:nvCxnSpPr>
        <p:spPr>
          <a:xfrm>
            <a:off x="681299" y="2936429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40" idx="4"/>
            <a:endCxn id="41" idx="0"/>
          </p:cNvCxnSpPr>
          <p:nvPr/>
        </p:nvCxnSpPr>
        <p:spPr>
          <a:xfrm>
            <a:off x="681299" y="3944541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>
            <a:stCxn id="40" idx="6"/>
            <a:endCxn id="35" idx="0"/>
          </p:cNvCxnSpPr>
          <p:nvPr/>
        </p:nvCxnSpPr>
        <p:spPr>
          <a:xfrm>
            <a:off x="969331" y="3656509"/>
            <a:ext cx="1944216" cy="1689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/>
          <p:cNvSpPr/>
          <p:nvPr/>
        </p:nvSpPr>
        <p:spPr>
          <a:xfrm>
            <a:off x="3563888" y="2360365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/>
          <p:cNvSpPr/>
          <p:nvPr/>
        </p:nvSpPr>
        <p:spPr>
          <a:xfrm>
            <a:off x="3563888" y="3400498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/>
          <p:cNvSpPr/>
          <p:nvPr/>
        </p:nvSpPr>
        <p:spPr>
          <a:xfrm>
            <a:off x="3563888" y="4250421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2" name="Прямая соединительная линия 51"/>
          <p:cNvCxnSpPr>
            <a:stCxn id="51" idx="2"/>
            <a:endCxn id="35" idx="6"/>
          </p:cNvCxnSpPr>
          <p:nvPr/>
        </p:nvCxnSpPr>
        <p:spPr>
          <a:xfrm flipH="1" flipV="1">
            <a:off x="3201579" y="4113491"/>
            <a:ext cx="362309" cy="4249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49" idx="4"/>
            <a:endCxn id="50" idx="0"/>
          </p:cNvCxnSpPr>
          <p:nvPr/>
        </p:nvCxnSpPr>
        <p:spPr>
          <a:xfrm>
            <a:off x="3851920" y="2936429"/>
            <a:ext cx="0" cy="4640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>
            <a:stCxn id="50" idx="4"/>
            <a:endCxn id="51" idx="0"/>
          </p:cNvCxnSpPr>
          <p:nvPr/>
        </p:nvCxnSpPr>
        <p:spPr>
          <a:xfrm>
            <a:off x="3851920" y="3976562"/>
            <a:ext cx="0" cy="2738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>
            <a:off x="2266609" y="1851847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13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граничных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вершиннг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19" name="Овал 18"/>
          <p:cNvSpPr/>
          <p:nvPr/>
        </p:nvSpPr>
        <p:spPr>
          <a:xfrm>
            <a:off x="4788024" y="2348880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4788024" y="335699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4788024" y="4238936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единительная линия 23"/>
          <p:cNvCxnSpPr>
            <a:stCxn id="19" idx="4"/>
            <a:endCxn id="21" idx="0"/>
          </p:cNvCxnSpPr>
          <p:nvPr/>
        </p:nvCxnSpPr>
        <p:spPr>
          <a:xfrm>
            <a:off x="5076056" y="2924944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21" idx="4"/>
            <a:endCxn id="22" idx="0"/>
          </p:cNvCxnSpPr>
          <p:nvPr/>
        </p:nvCxnSpPr>
        <p:spPr>
          <a:xfrm>
            <a:off x="5076056" y="3933056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Овал 26"/>
          <p:cNvSpPr/>
          <p:nvPr/>
        </p:nvSpPr>
        <p:spPr>
          <a:xfrm>
            <a:off x="7958645" y="2348880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7958645" y="3389013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7958645" y="4238936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1" name="Прямая соединительная линия 30"/>
          <p:cNvCxnSpPr>
            <a:stCxn id="27" idx="4"/>
            <a:endCxn id="28" idx="0"/>
          </p:cNvCxnSpPr>
          <p:nvPr/>
        </p:nvCxnSpPr>
        <p:spPr>
          <a:xfrm>
            <a:off x="8246677" y="2924944"/>
            <a:ext cx="0" cy="4640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28" idx="4"/>
            <a:endCxn id="29" idx="0"/>
          </p:cNvCxnSpPr>
          <p:nvPr/>
        </p:nvCxnSpPr>
        <p:spPr>
          <a:xfrm>
            <a:off x="8246677" y="3965077"/>
            <a:ext cx="0" cy="2738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6661366" y="1840362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Овал 33"/>
          <p:cNvSpPr/>
          <p:nvPr/>
        </p:nvSpPr>
        <p:spPr>
          <a:xfrm>
            <a:off x="393267" y="2360365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/>
          <p:cNvSpPr/>
          <p:nvPr/>
        </p:nvSpPr>
        <p:spPr>
          <a:xfrm>
            <a:off x="393267" y="3368477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393267" y="4250421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6" name="Прямая соединительная линия 45"/>
          <p:cNvCxnSpPr>
            <a:stCxn id="34" idx="4"/>
            <a:endCxn id="40" idx="0"/>
          </p:cNvCxnSpPr>
          <p:nvPr/>
        </p:nvCxnSpPr>
        <p:spPr>
          <a:xfrm>
            <a:off x="681299" y="2936429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40" idx="4"/>
            <a:endCxn id="41" idx="0"/>
          </p:cNvCxnSpPr>
          <p:nvPr/>
        </p:nvCxnSpPr>
        <p:spPr>
          <a:xfrm>
            <a:off x="681299" y="3944541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/>
          <p:cNvSpPr/>
          <p:nvPr/>
        </p:nvSpPr>
        <p:spPr>
          <a:xfrm>
            <a:off x="3563888" y="2360365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/>
          <p:cNvSpPr/>
          <p:nvPr/>
        </p:nvSpPr>
        <p:spPr>
          <a:xfrm>
            <a:off x="3563888" y="3400498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/>
          <p:cNvSpPr/>
          <p:nvPr/>
        </p:nvSpPr>
        <p:spPr>
          <a:xfrm>
            <a:off x="3563888" y="4250421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3" name="Прямая соединительная линия 52"/>
          <p:cNvCxnSpPr>
            <a:stCxn id="49" idx="4"/>
            <a:endCxn id="50" idx="0"/>
          </p:cNvCxnSpPr>
          <p:nvPr/>
        </p:nvCxnSpPr>
        <p:spPr>
          <a:xfrm>
            <a:off x="3851920" y="2936429"/>
            <a:ext cx="0" cy="4640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>
            <a:stCxn id="50" idx="4"/>
            <a:endCxn id="51" idx="0"/>
          </p:cNvCxnSpPr>
          <p:nvPr/>
        </p:nvCxnSpPr>
        <p:spPr>
          <a:xfrm>
            <a:off x="3851920" y="3976562"/>
            <a:ext cx="0" cy="2738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>
            <a:off x="2266609" y="1851847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>
            <a:stCxn id="49" idx="2"/>
            <a:endCxn id="34" idx="6"/>
          </p:cNvCxnSpPr>
          <p:nvPr/>
        </p:nvCxnSpPr>
        <p:spPr>
          <a:xfrm flipH="1">
            <a:off x="969331" y="2648397"/>
            <a:ext cx="259455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50" idx="2"/>
            <a:endCxn id="40" idx="6"/>
          </p:cNvCxnSpPr>
          <p:nvPr/>
        </p:nvCxnSpPr>
        <p:spPr>
          <a:xfrm flipH="1" flipV="1">
            <a:off x="969331" y="3656509"/>
            <a:ext cx="2594557" cy="3202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51" idx="2"/>
            <a:endCxn id="41" idx="6"/>
          </p:cNvCxnSpPr>
          <p:nvPr/>
        </p:nvCxnSpPr>
        <p:spPr>
          <a:xfrm flipH="1">
            <a:off x="969331" y="4538453"/>
            <a:ext cx="259455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>
            <a:stCxn id="28" idx="2"/>
            <a:endCxn id="22" idx="6"/>
          </p:cNvCxnSpPr>
          <p:nvPr/>
        </p:nvCxnSpPr>
        <p:spPr>
          <a:xfrm flipH="1">
            <a:off x="5364088" y="3677045"/>
            <a:ext cx="2594557" cy="84992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28" idx="2"/>
            <a:endCxn id="21" idx="6"/>
          </p:cNvCxnSpPr>
          <p:nvPr/>
        </p:nvCxnSpPr>
        <p:spPr>
          <a:xfrm flipH="1" flipV="1">
            <a:off x="5364088" y="3645024"/>
            <a:ext cx="2594557" cy="3202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/>
          <p:cNvCxnSpPr>
            <a:stCxn id="28" idx="2"/>
            <a:endCxn id="19" idx="6"/>
          </p:cNvCxnSpPr>
          <p:nvPr/>
        </p:nvCxnSpPr>
        <p:spPr>
          <a:xfrm flipH="1" flipV="1">
            <a:off x="5364088" y="2636912"/>
            <a:ext cx="2594557" cy="10401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635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соседних кластеров 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79" name="Овал 78"/>
          <p:cNvSpPr/>
          <p:nvPr/>
        </p:nvSpPr>
        <p:spPr>
          <a:xfrm>
            <a:off x="1619672" y="3065055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Овал 79"/>
          <p:cNvSpPr/>
          <p:nvPr/>
        </p:nvSpPr>
        <p:spPr>
          <a:xfrm>
            <a:off x="1619672" y="2128951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Овал 80"/>
          <p:cNvSpPr/>
          <p:nvPr/>
        </p:nvSpPr>
        <p:spPr>
          <a:xfrm>
            <a:off x="610394" y="3065055"/>
            <a:ext cx="576064" cy="57606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Овал 81"/>
          <p:cNvSpPr/>
          <p:nvPr/>
        </p:nvSpPr>
        <p:spPr>
          <a:xfrm>
            <a:off x="2698626" y="3065055"/>
            <a:ext cx="576064" cy="57606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Овал 82"/>
          <p:cNvSpPr/>
          <p:nvPr/>
        </p:nvSpPr>
        <p:spPr>
          <a:xfrm>
            <a:off x="1619672" y="4001159"/>
            <a:ext cx="576064" cy="57606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4" name="Прямая соединительная линия 83"/>
          <p:cNvCxnSpPr>
            <a:stCxn id="79" idx="2"/>
            <a:endCxn id="81" idx="6"/>
          </p:cNvCxnSpPr>
          <p:nvPr/>
        </p:nvCxnSpPr>
        <p:spPr>
          <a:xfrm flipH="1">
            <a:off x="1186458" y="3353087"/>
            <a:ext cx="43321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/>
          <p:cNvCxnSpPr>
            <a:stCxn id="79" idx="0"/>
            <a:endCxn id="80" idx="4"/>
          </p:cNvCxnSpPr>
          <p:nvPr/>
        </p:nvCxnSpPr>
        <p:spPr>
          <a:xfrm flipV="1">
            <a:off x="1907704" y="2705015"/>
            <a:ext cx="0" cy="3600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/>
          <p:cNvSpPr/>
          <p:nvPr/>
        </p:nvSpPr>
        <p:spPr>
          <a:xfrm>
            <a:off x="6444208" y="3065055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6444208" y="2128951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5434930" y="3065055"/>
            <a:ext cx="576064" cy="57606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7523162" y="3065055"/>
            <a:ext cx="576064" cy="57606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>
            <a:off x="6444208" y="4001159"/>
            <a:ext cx="576064" cy="57606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единительная линия 27"/>
          <p:cNvCxnSpPr>
            <a:stCxn id="23" idx="2"/>
            <a:endCxn id="25" idx="6"/>
          </p:cNvCxnSpPr>
          <p:nvPr/>
        </p:nvCxnSpPr>
        <p:spPr>
          <a:xfrm flipH="1">
            <a:off x="6010994" y="3353087"/>
            <a:ext cx="43321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23" idx="0"/>
            <a:endCxn id="24" idx="4"/>
          </p:cNvCxnSpPr>
          <p:nvPr/>
        </p:nvCxnSpPr>
        <p:spPr>
          <a:xfrm flipV="1">
            <a:off x="6732240" y="2705015"/>
            <a:ext cx="0" cy="3600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26" idx="2"/>
            <a:endCxn id="23" idx="6"/>
          </p:cNvCxnSpPr>
          <p:nvPr/>
        </p:nvCxnSpPr>
        <p:spPr>
          <a:xfrm flipH="1">
            <a:off x="7020272" y="3353087"/>
            <a:ext cx="50289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27" idx="0"/>
            <a:endCxn id="23" idx="4"/>
          </p:cNvCxnSpPr>
          <p:nvPr/>
        </p:nvCxnSpPr>
        <p:spPr>
          <a:xfrm flipV="1">
            <a:off x="6732240" y="3641119"/>
            <a:ext cx="0" cy="3600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83" idx="2"/>
            <a:endCxn id="81" idx="4"/>
          </p:cNvCxnSpPr>
          <p:nvPr/>
        </p:nvCxnSpPr>
        <p:spPr>
          <a:xfrm flipH="1" flipV="1">
            <a:off x="898426" y="3641119"/>
            <a:ext cx="721246" cy="6480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83" idx="6"/>
            <a:endCxn id="82" idx="4"/>
          </p:cNvCxnSpPr>
          <p:nvPr/>
        </p:nvCxnSpPr>
        <p:spPr>
          <a:xfrm flipV="1">
            <a:off x="2195736" y="3641119"/>
            <a:ext cx="790922" cy="6480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82" idx="0"/>
            <a:endCxn id="80" idx="6"/>
          </p:cNvCxnSpPr>
          <p:nvPr/>
        </p:nvCxnSpPr>
        <p:spPr>
          <a:xfrm flipH="1" flipV="1">
            <a:off x="2195736" y="2416983"/>
            <a:ext cx="790922" cy="6480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26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разрезанные ребра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708533" y="227687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5511076" y="3284984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/>
          <p:cNvSpPr/>
          <p:nvPr/>
        </p:nvSpPr>
        <p:spPr>
          <a:xfrm>
            <a:off x="4708533" y="3284984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4708533" y="4166928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Прямая соединительная линия 44"/>
          <p:cNvCxnSpPr>
            <a:stCxn id="41" idx="6"/>
            <a:endCxn id="35" idx="3"/>
          </p:cNvCxnSpPr>
          <p:nvPr/>
        </p:nvCxnSpPr>
        <p:spPr>
          <a:xfrm flipV="1">
            <a:off x="5284597" y="3776685"/>
            <a:ext cx="310842" cy="6782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>
            <a:stCxn id="34" idx="4"/>
            <a:endCxn id="40" idx="0"/>
          </p:cNvCxnSpPr>
          <p:nvPr/>
        </p:nvCxnSpPr>
        <p:spPr>
          <a:xfrm>
            <a:off x="4996565" y="2852936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40" idx="4"/>
            <a:endCxn id="41" idx="0"/>
          </p:cNvCxnSpPr>
          <p:nvPr/>
        </p:nvCxnSpPr>
        <p:spPr>
          <a:xfrm>
            <a:off x="4996565" y="3861048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Овал 56"/>
          <p:cNvSpPr/>
          <p:nvPr/>
        </p:nvSpPr>
        <p:spPr>
          <a:xfrm>
            <a:off x="7426681" y="4166928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вал 57"/>
          <p:cNvSpPr/>
          <p:nvPr/>
        </p:nvSpPr>
        <p:spPr>
          <a:xfrm>
            <a:off x="7426681" y="3284984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/>
          <p:cNvSpPr/>
          <p:nvPr/>
        </p:nvSpPr>
        <p:spPr>
          <a:xfrm>
            <a:off x="7426681" y="2276872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0" name="Прямая соединительная линия 59"/>
          <p:cNvCxnSpPr>
            <a:stCxn id="57" idx="2"/>
            <a:endCxn id="35" idx="6"/>
          </p:cNvCxnSpPr>
          <p:nvPr/>
        </p:nvCxnSpPr>
        <p:spPr>
          <a:xfrm flipH="1" flipV="1">
            <a:off x="6087140" y="3573016"/>
            <a:ext cx="1339541" cy="8819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>
            <a:stCxn id="57" idx="0"/>
            <a:endCxn id="58" idx="4"/>
          </p:cNvCxnSpPr>
          <p:nvPr/>
        </p:nvCxnSpPr>
        <p:spPr>
          <a:xfrm flipV="1">
            <a:off x="7714713" y="3861048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58" idx="0"/>
            <a:endCxn id="59" idx="4"/>
          </p:cNvCxnSpPr>
          <p:nvPr/>
        </p:nvCxnSpPr>
        <p:spPr>
          <a:xfrm flipV="1">
            <a:off x="7714713" y="2852936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6588224" y="1851847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/>
          <p:cNvSpPr/>
          <p:nvPr/>
        </p:nvSpPr>
        <p:spPr>
          <a:xfrm>
            <a:off x="460061" y="227687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/>
          <p:cNvSpPr/>
          <p:nvPr/>
        </p:nvSpPr>
        <p:spPr>
          <a:xfrm>
            <a:off x="1404721" y="4166928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/>
          <p:cNvSpPr/>
          <p:nvPr/>
        </p:nvSpPr>
        <p:spPr>
          <a:xfrm>
            <a:off x="460061" y="3284984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/>
          <p:cNvSpPr/>
          <p:nvPr/>
        </p:nvSpPr>
        <p:spPr>
          <a:xfrm>
            <a:off x="460061" y="4166928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3" name="Прямая соединительная линия 52"/>
          <p:cNvCxnSpPr>
            <a:stCxn id="52" idx="6"/>
            <a:endCxn id="50" idx="2"/>
          </p:cNvCxnSpPr>
          <p:nvPr/>
        </p:nvCxnSpPr>
        <p:spPr>
          <a:xfrm>
            <a:off x="1036125" y="4454960"/>
            <a:ext cx="3685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>
            <a:stCxn id="49" idx="4"/>
            <a:endCxn id="51" idx="0"/>
          </p:cNvCxnSpPr>
          <p:nvPr/>
        </p:nvCxnSpPr>
        <p:spPr>
          <a:xfrm>
            <a:off x="748093" y="2852936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>
            <a:stCxn id="51" idx="4"/>
            <a:endCxn id="52" idx="0"/>
          </p:cNvCxnSpPr>
          <p:nvPr/>
        </p:nvCxnSpPr>
        <p:spPr>
          <a:xfrm>
            <a:off x="748093" y="3861048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404721" y="3284984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Овал 60"/>
          <p:cNvSpPr/>
          <p:nvPr/>
        </p:nvSpPr>
        <p:spPr>
          <a:xfrm>
            <a:off x="1403648" y="227687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/>
          <p:cNvSpPr/>
          <p:nvPr/>
        </p:nvSpPr>
        <p:spPr>
          <a:xfrm>
            <a:off x="3198634" y="3284984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4" name="Прямая соединительная линия 63"/>
          <p:cNvCxnSpPr>
            <a:stCxn id="56" idx="4"/>
            <a:endCxn id="50" idx="0"/>
          </p:cNvCxnSpPr>
          <p:nvPr/>
        </p:nvCxnSpPr>
        <p:spPr>
          <a:xfrm>
            <a:off x="1692753" y="3861048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>
            <a:stCxn id="56" idx="0"/>
            <a:endCxn id="61" idx="4"/>
          </p:cNvCxnSpPr>
          <p:nvPr/>
        </p:nvCxnSpPr>
        <p:spPr>
          <a:xfrm flipH="1" flipV="1">
            <a:off x="1691680" y="2852936"/>
            <a:ext cx="1073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>
            <a:stCxn id="61" idx="6"/>
            <a:endCxn id="62" idx="2"/>
          </p:cNvCxnSpPr>
          <p:nvPr/>
        </p:nvCxnSpPr>
        <p:spPr>
          <a:xfrm>
            <a:off x="1979712" y="2564904"/>
            <a:ext cx="1218922" cy="10081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>
            <a:off x="2333403" y="1768354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316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разрезанные ребра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708533" y="227687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5511076" y="3284984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/>
          <p:cNvSpPr/>
          <p:nvPr/>
        </p:nvSpPr>
        <p:spPr>
          <a:xfrm>
            <a:off x="4708533" y="3284984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4708533" y="4166928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Прямая соединительная линия 44"/>
          <p:cNvCxnSpPr>
            <a:stCxn id="41" idx="6"/>
            <a:endCxn id="35" idx="3"/>
          </p:cNvCxnSpPr>
          <p:nvPr/>
        </p:nvCxnSpPr>
        <p:spPr>
          <a:xfrm flipV="1">
            <a:off x="5284597" y="3776685"/>
            <a:ext cx="310842" cy="6782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>
            <a:stCxn id="34" idx="4"/>
            <a:endCxn id="40" idx="0"/>
          </p:cNvCxnSpPr>
          <p:nvPr/>
        </p:nvCxnSpPr>
        <p:spPr>
          <a:xfrm>
            <a:off x="4996565" y="2852936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40" idx="4"/>
            <a:endCxn id="41" idx="0"/>
          </p:cNvCxnSpPr>
          <p:nvPr/>
        </p:nvCxnSpPr>
        <p:spPr>
          <a:xfrm>
            <a:off x="4996565" y="3861048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Овал 56"/>
          <p:cNvSpPr/>
          <p:nvPr/>
        </p:nvSpPr>
        <p:spPr>
          <a:xfrm>
            <a:off x="7426681" y="4166928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вал 57"/>
          <p:cNvSpPr/>
          <p:nvPr/>
        </p:nvSpPr>
        <p:spPr>
          <a:xfrm>
            <a:off x="7426681" y="3284984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/>
          <p:cNvSpPr/>
          <p:nvPr/>
        </p:nvSpPr>
        <p:spPr>
          <a:xfrm>
            <a:off x="7426681" y="2276872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0" name="Прямая соединительная линия 59"/>
          <p:cNvCxnSpPr>
            <a:stCxn id="57" idx="2"/>
            <a:endCxn id="35" idx="6"/>
          </p:cNvCxnSpPr>
          <p:nvPr/>
        </p:nvCxnSpPr>
        <p:spPr>
          <a:xfrm flipH="1" flipV="1">
            <a:off x="6087140" y="3573016"/>
            <a:ext cx="1339541" cy="8819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>
            <a:stCxn id="57" idx="0"/>
            <a:endCxn id="58" idx="4"/>
          </p:cNvCxnSpPr>
          <p:nvPr/>
        </p:nvCxnSpPr>
        <p:spPr>
          <a:xfrm flipV="1">
            <a:off x="7714713" y="3861048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58" idx="0"/>
            <a:endCxn id="59" idx="4"/>
          </p:cNvCxnSpPr>
          <p:nvPr/>
        </p:nvCxnSpPr>
        <p:spPr>
          <a:xfrm flipV="1">
            <a:off x="7714713" y="2852936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6588224" y="1851847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/>
          <p:cNvSpPr/>
          <p:nvPr/>
        </p:nvSpPr>
        <p:spPr>
          <a:xfrm>
            <a:off x="460061" y="227687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/>
          <p:cNvSpPr/>
          <p:nvPr/>
        </p:nvSpPr>
        <p:spPr>
          <a:xfrm>
            <a:off x="1404721" y="4166928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/>
          <p:cNvSpPr/>
          <p:nvPr/>
        </p:nvSpPr>
        <p:spPr>
          <a:xfrm>
            <a:off x="460061" y="3284984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/>
          <p:cNvSpPr/>
          <p:nvPr/>
        </p:nvSpPr>
        <p:spPr>
          <a:xfrm>
            <a:off x="460061" y="4166928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3" name="Прямая соединительная линия 52"/>
          <p:cNvCxnSpPr>
            <a:stCxn id="52" idx="6"/>
            <a:endCxn id="50" idx="2"/>
          </p:cNvCxnSpPr>
          <p:nvPr/>
        </p:nvCxnSpPr>
        <p:spPr>
          <a:xfrm>
            <a:off x="1036125" y="4454960"/>
            <a:ext cx="3685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>
            <a:stCxn id="49" idx="4"/>
            <a:endCxn id="51" idx="0"/>
          </p:cNvCxnSpPr>
          <p:nvPr/>
        </p:nvCxnSpPr>
        <p:spPr>
          <a:xfrm>
            <a:off x="748093" y="2852936"/>
            <a:ext cx="0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>
            <a:stCxn id="51" idx="4"/>
            <a:endCxn id="52" idx="0"/>
          </p:cNvCxnSpPr>
          <p:nvPr/>
        </p:nvCxnSpPr>
        <p:spPr>
          <a:xfrm>
            <a:off x="748093" y="3861048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404721" y="3284984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Овал 60"/>
          <p:cNvSpPr/>
          <p:nvPr/>
        </p:nvSpPr>
        <p:spPr>
          <a:xfrm>
            <a:off x="1403648" y="227687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/>
          <p:cNvSpPr/>
          <p:nvPr/>
        </p:nvSpPr>
        <p:spPr>
          <a:xfrm>
            <a:off x="3198634" y="3284984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4" name="Прямая соединительная линия 63"/>
          <p:cNvCxnSpPr>
            <a:stCxn id="56" idx="4"/>
            <a:endCxn id="50" idx="0"/>
          </p:cNvCxnSpPr>
          <p:nvPr/>
        </p:nvCxnSpPr>
        <p:spPr>
          <a:xfrm>
            <a:off x="1692753" y="3861048"/>
            <a:ext cx="0" cy="3058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>
            <a:stCxn id="56" idx="0"/>
            <a:endCxn id="61" idx="4"/>
          </p:cNvCxnSpPr>
          <p:nvPr/>
        </p:nvCxnSpPr>
        <p:spPr>
          <a:xfrm flipH="1" flipV="1">
            <a:off x="1691680" y="2852936"/>
            <a:ext cx="1073" cy="4320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>
            <a:stCxn id="61" idx="6"/>
            <a:endCxn id="62" idx="2"/>
          </p:cNvCxnSpPr>
          <p:nvPr/>
        </p:nvCxnSpPr>
        <p:spPr>
          <a:xfrm>
            <a:off x="1979712" y="2564904"/>
            <a:ext cx="1218922" cy="10081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>
            <a:off x="2333403" y="1768354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05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исло компонент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связности 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18" name="Овал 17"/>
          <p:cNvSpPr/>
          <p:nvPr/>
        </p:nvSpPr>
        <p:spPr>
          <a:xfrm>
            <a:off x="410332" y="346048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410332" y="4250421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>
            <a:stCxn id="18" idx="4"/>
            <a:endCxn id="20" idx="0"/>
          </p:cNvCxnSpPr>
          <p:nvPr/>
        </p:nvCxnSpPr>
        <p:spPr>
          <a:xfrm>
            <a:off x="698364" y="4036546"/>
            <a:ext cx="0" cy="2138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1835696" y="2360365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/>
          <p:cNvSpPr/>
          <p:nvPr/>
        </p:nvSpPr>
        <p:spPr>
          <a:xfrm>
            <a:off x="1835696" y="3400498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1835696" y="4250421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/>
          <p:cNvCxnSpPr>
            <a:stCxn id="33" idx="4"/>
            <a:endCxn id="36" idx="0"/>
          </p:cNvCxnSpPr>
          <p:nvPr/>
        </p:nvCxnSpPr>
        <p:spPr>
          <a:xfrm>
            <a:off x="2123728" y="2936429"/>
            <a:ext cx="0" cy="4640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36" idx="4"/>
            <a:endCxn id="37" idx="0"/>
          </p:cNvCxnSpPr>
          <p:nvPr/>
        </p:nvCxnSpPr>
        <p:spPr>
          <a:xfrm>
            <a:off x="2123728" y="3976562"/>
            <a:ext cx="0" cy="2738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Овал 41"/>
          <p:cNvSpPr/>
          <p:nvPr/>
        </p:nvSpPr>
        <p:spPr>
          <a:xfrm>
            <a:off x="3211384" y="339692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3" name="Прямая соединительная линия 42"/>
          <p:cNvCxnSpPr>
            <a:stCxn id="33" idx="2"/>
            <a:endCxn id="18" idx="7"/>
          </p:cNvCxnSpPr>
          <p:nvPr/>
        </p:nvCxnSpPr>
        <p:spPr>
          <a:xfrm flipH="1">
            <a:off x="902033" y="2648397"/>
            <a:ext cx="933663" cy="8964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20" idx="6"/>
            <a:endCxn id="37" idx="2"/>
          </p:cNvCxnSpPr>
          <p:nvPr/>
        </p:nvCxnSpPr>
        <p:spPr>
          <a:xfrm>
            <a:off x="986396" y="4538453"/>
            <a:ext cx="8493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>
            <a:stCxn id="42" idx="2"/>
            <a:endCxn id="33" idx="6"/>
          </p:cNvCxnSpPr>
          <p:nvPr/>
        </p:nvCxnSpPr>
        <p:spPr>
          <a:xfrm flipH="1" flipV="1">
            <a:off x="2411760" y="2648397"/>
            <a:ext cx="799624" cy="10365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>
            <a:off x="1432570" y="1840302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2811572" y="1780318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98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исло компонент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связности 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18" name="Овал 17"/>
          <p:cNvSpPr/>
          <p:nvPr/>
        </p:nvSpPr>
        <p:spPr>
          <a:xfrm>
            <a:off x="6027232" y="346048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6027232" y="4250421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>
            <a:stCxn id="18" idx="4"/>
            <a:endCxn id="20" idx="0"/>
          </p:cNvCxnSpPr>
          <p:nvPr/>
        </p:nvCxnSpPr>
        <p:spPr>
          <a:xfrm>
            <a:off x="6315264" y="4036546"/>
            <a:ext cx="0" cy="2138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7452596" y="2477512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/>
          <p:cNvSpPr/>
          <p:nvPr/>
        </p:nvSpPr>
        <p:spPr>
          <a:xfrm>
            <a:off x="7452596" y="3400498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7452596" y="4250421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/>
          <p:cNvCxnSpPr>
            <a:stCxn id="33" idx="4"/>
            <a:endCxn id="36" idx="0"/>
          </p:cNvCxnSpPr>
          <p:nvPr/>
        </p:nvCxnSpPr>
        <p:spPr>
          <a:xfrm>
            <a:off x="7740628" y="3053576"/>
            <a:ext cx="0" cy="3469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36" idx="4"/>
            <a:endCxn id="37" idx="0"/>
          </p:cNvCxnSpPr>
          <p:nvPr/>
        </p:nvCxnSpPr>
        <p:spPr>
          <a:xfrm>
            <a:off x="7740628" y="3976562"/>
            <a:ext cx="0" cy="2738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>
            <a:stCxn id="33" idx="2"/>
            <a:endCxn id="18" idx="7"/>
          </p:cNvCxnSpPr>
          <p:nvPr/>
        </p:nvCxnSpPr>
        <p:spPr>
          <a:xfrm flipH="1">
            <a:off x="6518933" y="2765544"/>
            <a:ext cx="933663" cy="77930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20" idx="6"/>
            <a:endCxn id="37" idx="2"/>
          </p:cNvCxnSpPr>
          <p:nvPr/>
        </p:nvCxnSpPr>
        <p:spPr>
          <a:xfrm>
            <a:off x="6603296" y="4538453"/>
            <a:ext cx="8493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>
            <a:off x="7049470" y="1840302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вал 18"/>
          <p:cNvSpPr/>
          <p:nvPr/>
        </p:nvSpPr>
        <p:spPr>
          <a:xfrm>
            <a:off x="6027232" y="247751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6315264" y="3053576"/>
            <a:ext cx="0" cy="40690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410332" y="346048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410332" y="4250421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Прямая соединительная линия 26"/>
          <p:cNvCxnSpPr>
            <a:stCxn id="25" idx="4"/>
            <a:endCxn id="26" idx="0"/>
          </p:cNvCxnSpPr>
          <p:nvPr/>
        </p:nvCxnSpPr>
        <p:spPr>
          <a:xfrm>
            <a:off x="698364" y="4036546"/>
            <a:ext cx="0" cy="2138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Овал 27"/>
          <p:cNvSpPr/>
          <p:nvPr/>
        </p:nvSpPr>
        <p:spPr>
          <a:xfrm>
            <a:off x="1835696" y="2532102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1835696" y="3400498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/>
          <p:cNvSpPr/>
          <p:nvPr/>
        </p:nvSpPr>
        <p:spPr>
          <a:xfrm>
            <a:off x="1835696" y="4250421"/>
            <a:ext cx="576064" cy="57606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1" name="Прямая соединительная линия 30"/>
          <p:cNvCxnSpPr>
            <a:stCxn id="28" idx="4"/>
            <a:endCxn id="29" idx="0"/>
          </p:cNvCxnSpPr>
          <p:nvPr/>
        </p:nvCxnSpPr>
        <p:spPr>
          <a:xfrm>
            <a:off x="2123728" y="3108166"/>
            <a:ext cx="0" cy="2923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29" idx="4"/>
            <a:endCxn id="30" idx="0"/>
          </p:cNvCxnSpPr>
          <p:nvPr/>
        </p:nvCxnSpPr>
        <p:spPr>
          <a:xfrm>
            <a:off x="2123728" y="3976562"/>
            <a:ext cx="0" cy="2738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Овал 33"/>
          <p:cNvSpPr/>
          <p:nvPr/>
        </p:nvSpPr>
        <p:spPr>
          <a:xfrm>
            <a:off x="3211384" y="3396922"/>
            <a:ext cx="576064" cy="5760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5" name="Прямая соединительная линия 34"/>
          <p:cNvCxnSpPr>
            <a:stCxn id="28" idx="2"/>
            <a:endCxn id="25" idx="7"/>
          </p:cNvCxnSpPr>
          <p:nvPr/>
        </p:nvCxnSpPr>
        <p:spPr>
          <a:xfrm flipH="1">
            <a:off x="902033" y="2820134"/>
            <a:ext cx="933663" cy="7247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>
            <a:stCxn id="26" idx="6"/>
            <a:endCxn id="30" idx="2"/>
          </p:cNvCxnSpPr>
          <p:nvPr/>
        </p:nvCxnSpPr>
        <p:spPr>
          <a:xfrm>
            <a:off x="986396" y="4538453"/>
            <a:ext cx="8493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34" idx="2"/>
            <a:endCxn id="28" idx="6"/>
          </p:cNvCxnSpPr>
          <p:nvPr/>
        </p:nvCxnSpPr>
        <p:spPr>
          <a:xfrm flipH="1" flipV="1">
            <a:off x="2411760" y="2820134"/>
            <a:ext cx="799624" cy="8648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>
            <a:off x="1432570" y="1840302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>
            <a:off x="2811572" y="1780318"/>
            <a:ext cx="0" cy="32403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84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69</Words>
  <Application>Microsoft Office PowerPoint</Application>
  <PresentationFormat>Экран (4:3)</PresentationFormat>
  <Paragraphs>20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Презентация PowerPoint</vt:lpstr>
      <vt:lpstr>Метрика: разрезанные ребра</vt:lpstr>
      <vt:lpstr>Метрика: разрезанные ребра</vt:lpstr>
      <vt:lpstr>Метрика: число граничных вершиннг</vt:lpstr>
      <vt:lpstr>Метрика: Число соседних кластеров </vt:lpstr>
      <vt:lpstr>Метрика: разрезанные ребра</vt:lpstr>
      <vt:lpstr>Метрика: разрезанные ребра</vt:lpstr>
      <vt:lpstr>Метрика: число компонент связности </vt:lpstr>
      <vt:lpstr>Метрика: число компонент связности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Maksimovich0705 Yuriy</dc:creator>
  <cp:lastModifiedBy>Maksimovich0705 Yuriy</cp:lastModifiedBy>
  <cp:revision>110</cp:revision>
  <dcterms:created xsi:type="dcterms:W3CDTF">2025-12-07T18:11:15Z</dcterms:created>
  <dcterms:modified xsi:type="dcterms:W3CDTF">2026-05-19T21:02:27Z</dcterms:modified>
</cp:coreProperties>
</file>